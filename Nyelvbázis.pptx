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9389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424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582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313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152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025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375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226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7669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206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4018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522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6090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516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0543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60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91525-9DC5-479C-B5EB-167052A0768A}" type="datetimeFigureOut">
              <a:rPr lang="hu-HU" smtClean="0"/>
              <a:t>2025. 04. 07.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419FFFC-2764-4C5E-B3C1-045DB406D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290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DB8E04-980A-4C0A-A850-554EF378D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Nyelvbázis</a:t>
            </a:r>
            <a:br>
              <a:rPr lang="hu-HU" dirty="0"/>
            </a:br>
            <a:br>
              <a:rPr lang="hu-HU" dirty="0"/>
            </a:br>
            <a:r>
              <a:rPr lang="hu-HU" dirty="0"/>
              <a:t>Vizsgafeladat prezentáció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386AE5B-A223-443C-9BC6-4456E3BC6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Fegyverneki Tamás, </a:t>
            </a:r>
            <a:r>
              <a:rPr lang="hu-HU" dirty="0" err="1"/>
              <a:t>Kapi</a:t>
            </a:r>
            <a:r>
              <a:rPr lang="hu-HU" dirty="0"/>
              <a:t> Richárd, Macsek Levente</a:t>
            </a:r>
          </a:p>
        </p:txBody>
      </p:sp>
    </p:spTree>
    <p:extLst>
      <p:ext uri="{BB962C8B-B14F-4D97-AF65-F5344CB8AC3E}">
        <p14:creationId xmlns:p14="http://schemas.microsoft.com/office/powerpoint/2010/main" val="276465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F85553-7174-43E6-A05C-388B427C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Projektünk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1AC0220-E2CD-4075-A48E-B8BF009FB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Programunk hatékony és felhasználóbarát kialakításával próbáljuk meg segíteni azokat, akik elakarják sajátítani a Spanyol nyelvet. Teljesen ingyenes, valamint addig tanulhatsz ameddig időd engedi.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9467F1E-3ECE-49DE-9B08-A72865A63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715" y="3279975"/>
            <a:ext cx="3896569" cy="389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1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420CDF-CF15-F056-D220-C3CC5767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Munka megosztás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F4ECFC-37A3-5414-9654-F3240046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Fegyverneki Tamás: Backend, Frontend, Asztali alkalmazás </a:t>
            </a:r>
          </a:p>
          <a:p>
            <a:r>
              <a:rPr lang="hu-HU" dirty="0" err="1"/>
              <a:t>Macsek</a:t>
            </a:r>
            <a:r>
              <a:rPr lang="hu-HU" dirty="0"/>
              <a:t> Levente: Backend, Frontend</a:t>
            </a:r>
          </a:p>
          <a:p>
            <a:r>
              <a:rPr lang="hu-HU" dirty="0"/>
              <a:t>Kapi Richárd: Adatbázis, Frontend, Dokumentáció</a:t>
            </a:r>
          </a:p>
        </p:txBody>
      </p:sp>
    </p:spTree>
    <p:extLst>
      <p:ext uri="{BB962C8B-B14F-4D97-AF65-F5344CB8AC3E}">
        <p14:creationId xmlns:p14="http://schemas.microsoft.com/office/powerpoint/2010/main" val="106868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2E0483-87C7-44E4-B3F6-E7238ACC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0AE778-4F71-4EB0-AA72-DD90DC04F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Projektünket a következők segítségével tudtuk megalkotni: </a:t>
            </a:r>
          </a:p>
          <a:p>
            <a:pPr lvl="1"/>
            <a:r>
              <a:rPr lang="hu-HU" sz="2400" dirty="0"/>
              <a:t>Frontend: Visual </a:t>
            </a:r>
            <a:r>
              <a:rPr lang="hu-HU" sz="2400" dirty="0" err="1"/>
              <a:t>Studio</a:t>
            </a:r>
            <a:r>
              <a:rPr lang="hu-HU" sz="2400" dirty="0"/>
              <a:t> </a:t>
            </a:r>
            <a:r>
              <a:rPr lang="hu-HU" sz="2400" dirty="0" err="1"/>
              <a:t>Code</a:t>
            </a:r>
            <a:r>
              <a:rPr lang="hu-HU" sz="2400" dirty="0"/>
              <a:t>, </a:t>
            </a:r>
            <a:r>
              <a:rPr lang="hu-HU" sz="2400" dirty="0" err="1"/>
              <a:t>React</a:t>
            </a:r>
            <a:r>
              <a:rPr lang="hu-HU" sz="2400" dirty="0"/>
              <a:t> App, </a:t>
            </a:r>
            <a:r>
              <a:rPr lang="hu-HU" sz="2400" dirty="0" err="1"/>
              <a:t>Bootstrap</a:t>
            </a:r>
            <a:endParaRPr lang="hu-HU" sz="2400" dirty="0"/>
          </a:p>
          <a:p>
            <a:pPr lvl="1"/>
            <a:r>
              <a:rPr lang="hu-HU" sz="2400" dirty="0"/>
              <a:t>Backend: Visual </a:t>
            </a:r>
            <a:r>
              <a:rPr lang="hu-HU" sz="2400" dirty="0" err="1"/>
              <a:t>Studio</a:t>
            </a:r>
            <a:r>
              <a:rPr lang="hu-HU" sz="2400" dirty="0"/>
              <a:t> 2022, ASP.NET</a:t>
            </a:r>
          </a:p>
          <a:p>
            <a:pPr lvl="1"/>
            <a:r>
              <a:rPr lang="hu-HU" sz="2400" dirty="0"/>
              <a:t>Adatbázis: XAMPP</a:t>
            </a:r>
          </a:p>
          <a:p>
            <a:pPr lvl="1"/>
            <a:r>
              <a:rPr lang="hu-HU" sz="2400" dirty="0"/>
              <a:t>Dokumentáció: PowerPoint, Word</a:t>
            </a:r>
          </a:p>
          <a:p>
            <a:pPr lvl="1"/>
            <a:r>
              <a:rPr lang="hu-HU" sz="2400" dirty="0"/>
              <a:t>Verziókezelők: </a:t>
            </a:r>
            <a:r>
              <a:rPr lang="hu-HU" sz="2400" dirty="0" err="1"/>
              <a:t>Github</a:t>
            </a:r>
            <a:r>
              <a:rPr lang="hu-HU" sz="2400" dirty="0"/>
              <a:t>, </a:t>
            </a:r>
            <a:r>
              <a:rPr lang="hu-HU" sz="2400" dirty="0" err="1"/>
              <a:t>Trello</a:t>
            </a:r>
            <a:endParaRPr lang="hu-HU" sz="2400" dirty="0"/>
          </a:p>
        </p:txBody>
      </p:sp>
      <p:pic>
        <p:nvPicPr>
          <p:cNvPr id="1026" name="Picture 2" descr="Visual Studio Code Download png">
            <a:extLst>
              <a:ext uri="{FF2B5EF4-FFF2-40B4-BE49-F238E27FC236}">
                <a16:creationId xmlns:a16="http://schemas.microsoft.com/office/drawing/2014/main" id="{E74ED553-555C-4C86-A7EC-875B8DE56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957" y="1365811"/>
            <a:ext cx="875859" cy="87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Visual Studio 2022 17.13.4 Download Free">
            <a:extLst>
              <a:ext uri="{FF2B5EF4-FFF2-40B4-BE49-F238E27FC236}">
                <a16:creationId xmlns:a16="http://schemas.microsoft.com/office/drawing/2014/main" id="{9A9B2CDD-1F0B-458F-B81F-012E9CD06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1905000"/>
            <a:ext cx="889340" cy="88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llection of React Logo PNG. | PlusPNG">
            <a:extLst>
              <a:ext uri="{FF2B5EF4-FFF2-40B4-BE49-F238E27FC236}">
                <a16:creationId xmlns:a16="http://schemas.microsoft.com/office/drawing/2014/main" id="{C970F7D0-6A3B-43FD-A298-F08A26C6A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894" y="5555848"/>
            <a:ext cx="2314635" cy="13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ogo Bootstrap – Logos PNG">
            <a:extLst>
              <a:ext uri="{FF2B5EF4-FFF2-40B4-BE49-F238E27FC236}">
                <a16:creationId xmlns:a16="http://schemas.microsoft.com/office/drawing/2014/main" id="{D01E734A-EE2E-457E-AA52-ADAE76CC9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16" y="4016417"/>
            <a:ext cx="1475772" cy="147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sp net logo png 20 free Cliparts | Download images on Clipground 2025">
            <a:extLst>
              <a:ext uri="{FF2B5EF4-FFF2-40B4-BE49-F238E27FC236}">
                <a16:creationId xmlns:a16="http://schemas.microsoft.com/office/drawing/2014/main" id="{DED96302-BD44-4B03-973B-4F85F046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62" y="4358791"/>
            <a:ext cx="994500" cy="99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XAMPP Logo - PNG Logo Vector Brand Downloads (SVG, EPS)">
            <a:extLst>
              <a:ext uri="{FF2B5EF4-FFF2-40B4-BE49-F238E27FC236}">
                <a16:creationId xmlns:a16="http://schemas.microsoft.com/office/drawing/2014/main" id="{00E76B3E-8DEF-45D1-B75B-B4BA57FAF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842" y="5684546"/>
            <a:ext cx="718113" cy="9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icrosoft PowerPoint logo and symbol, meaning, history, PNG">
            <a:extLst>
              <a:ext uri="{FF2B5EF4-FFF2-40B4-BE49-F238E27FC236}">
                <a16:creationId xmlns:a16="http://schemas.microsoft.com/office/drawing/2014/main" id="{E39DBF05-E761-48ED-8C14-5E7082385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584" y="5684546"/>
            <a:ext cx="1591202" cy="99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Microsoft Word Logo: valor, história, PNG">
            <a:extLst>
              <a:ext uri="{FF2B5EF4-FFF2-40B4-BE49-F238E27FC236}">
                <a16:creationId xmlns:a16="http://schemas.microsoft.com/office/drawing/2014/main" id="{0BBC04CD-7027-4271-913A-F9A70A1F2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064" y="375184"/>
            <a:ext cx="1768002" cy="99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GitHub Logo, symbol, meaning, history, PNG, brand">
            <a:extLst>
              <a:ext uri="{FF2B5EF4-FFF2-40B4-BE49-F238E27FC236}">
                <a16:creationId xmlns:a16="http://schemas.microsoft.com/office/drawing/2014/main" id="{D65B0621-4065-4154-8497-708513BFF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531" y="346762"/>
            <a:ext cx="1915308" cy="107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Trello Logo, symbol, meaning, history, PNG, brand">
            <a:extLst>
              <a:ext uri="{FF2B5EF4-FFF2-40B4-BE49-F238E27FC236}">
                <a16:creationId xmlns:a16="http://schemas.microsoft.com/office/drawing/2014/main" id="{F93D91B8-2A68-4353-B871-FDF719894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796" y="510618"/>
            <a:ext cx="2404279" cy="13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76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5D8472-87E5-48A7-A0B6-03353392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23AAD7-84C3-4A6D-937B-5DE4A930C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Felhasználók kezelése</a:t>
            </a:r>
          </a:p>
          <a:p>
            <a:r>
              <a:rPr lang="hu-HU" dirty="0"/>
              <a:t>Spanyol szavak és mondatok tanulása</a:t>
            </a:r>
          </a:p>
          <a:p>
            <a:r>
              <a:rPr lang="hu-HU" dirty="0"/>
              <a:t>Spanyol szavak és mondatok vizsgája</a:t>
            </a:r>
          </a:p>
        </p:txBody>
      </p:sp>
    </p:spTree>
    <p:extLst>
      <p:ext uri="{BB962C8B-B14F-4D97-AF65-F5344CB8AC3E}">
        <p14:creationId xmlns:p14="http://schemas.microsoft.com/office/powerpoint/2010/main" val="283648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D50C823-4415-82B2-EACF-D54DA68D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484B69"/>
                </a:solidFill>
              </a:rPr>
              <a:t>Program bemutatása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84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1D1211-B29B-B6A7-0F82-838DAB76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>
              <a:buClr>
                <a:srgbClr val="88F1FF"/>
              </a:buClr>
            </a:pPr>
            <a:r>
              <a:rPr lang="hu-HU" dirty="0"/>
              <a:t>Főoldal leírása</a:t>
            </a:r>
          </a:p>
          <a:p>
            <a:pPr>
              <a:buClr>
                <a:srgbClr val="88F1FF"/>
              </a:buClr>
            </a:pPr>
            <a:endParaRPr lang="hu-HU" dirty="0"/>
          </a:p>
          <a:p>
            <a:pPr>
              <a:buClr>
                <a:srgbClr val="88F1FF"/>
              </a:buClr>
            </a:pPr>
            <a:endParaRPr lang="en-US" dirty="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40AA3BC-875F-E4E9-2DC3-0B953ACB11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42" r="22287" b="-1"/>
          <a:stretch/>
        </p:blipFill>
        <p:spPr>
          <a:xfrm>
            <a:off x="4619543" y="10"/>
            <a:ext cx="7572457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5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70E5D0-717C-A9F3-7CB0-1B65808E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633466" cy="1280890"/>
          </a:xfrm>
        </p:spPr>
        <p:txBody>
          <a:bodyPr>
            <a:normAutofit/>
          </a:bodyPr>
          <a:lstStyle/>
          <a:p>
            <a:r>
              <a:rPr lang="hu-HU" dirty="0"/>
              <a:t>Bejelentkezés és regisztráció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797BF2D-C085-17F7-48D5-78B8E6135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040467"/>
            <a:ext cx="4637179" cy="3870755"/>
          </a:xfrm>
        </p:spPr>
        <p:txBody>
          <a:bodyPr>
            <a:normAutofit/>
          </a:bodyPr>
          <a:lstStyle/>
          <a:p>
            <a:r>
              <a:rPr lang="hu-HU" dirty="0"/>
              <a:t>Itt tud a felhasználó fiókot csinálni és be is tud jelentkezni</a:t>
            </a:r>
            <a:endParaRPr lang="en-US" dirty="0"/>
          </a:p>
        </p:txBody>
      </p:sp>
      <p:pic>
        <p:nvPicPr>
          <p:cNvPr id="9" name="Tartalom helye 8" descr="A képen szöveg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68E2049-CF52-C6C0-E9CC-06209BA8F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062" y="219075"/>
            <a:ext cx="3645503" cy="3114701"/>
          </a:xfrm>
          <a:prstGeom prst="rect">
            <a:avLst/>
          </a:prstGeom>
        </p:spPr>
      </p:pic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A7C619A-F586-D01B-8689-7A2770AF3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3660"/>
          <a:stretch/>
        </p:blipFill>
        <p:spPr>
          <a:xfrm>
            <a:off x="7730062" y="3429000"/>
            <a:ext cx="3645504" cy="254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0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8B6C4B-A867-4D7E-9851-29BB2D60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F49E93C-61A0-BA31-1DE9-CDDE387F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hu-HU" dirty="0"/>
              <a:t>Profil oldal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0BD5D9-CDC5-465C-9E25-2EB0249FE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AA433E8-93C5-5124-9620-9EB596A23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74537"/>
          </a:xfrm>
        </p:spPr>
        <p:txBody>
          <a:bodyPr>
            <a:normAutofit/>
          </a:bodyPr>
          <a:lstStyle/>
          <a:p>
            <a:r>
              <a:rPr lang="hu-HU" dirty="0"/>
              <a:t>A legnagyobb pontszám és a tanulási előrehaladás változik ha egy eredményt érünk el a vizsga oldalon</a:t>
            </a:r>
            <a:endParaRPr lang="en-US" dirty="0"/>
          </a:p>
        </p:txBody>
      </p:sp>
      <p:pic>
        <p:nvPicPr>
          <p:cNvPr id="5" name="Tartalom helye 4" descr="A képen képernyőkép, szöveg, multimédia, kütyü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CF92353-9148-1458-5E33-654040DC9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84" r="33533" b="1"/>
          <a:stretch/>
        </p:blipFill>
        <p:spPr>
          <a:xfrm>
            <a:off x="4619544" y="640080"/>
            <a:ext cx="3380136" cy="5271142"/>
          </a:xfrm>
          <a:prstGeom prst="rect">
            <a:avLst/>
          </a:prstGeom>
        </p:spPr>
      </p:pic>
      <p:pic>
        <p:nvPicPr>
          <p:cNvPr id="9" name="Kép 8" descr="A képen szöveg, képernyőkép, Mobiltelefon, Mobileszköz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21F1400-AC82-F5F4-70D2-13549D4D6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6" r="15991" b="1"/>
          <a:stretch/>
        </p:blipFill>
        <p:spPr>
          <a:xfrm>
            <a:off x="8163406" y="640080"/>
            <a:ext cx="3395275" cy="5271142"/>
          </a:xfrm>
          <a:prstGeom prst="rect">
            <a:avLst/>
          </a:prstGeom>
        </p:spPr>
      </p:pic>
      <p:sp>
        <p:nvSpPr>
          <p:cNvPr id="20" name="Freeform 11">
            <a:extLst>
              <a:ext uri="{FF2B5EF4-FFF2-40B4-BE49-F238E27FC236}">
                <a16:creationId xmlns:a16="http://schemas.microsoft.com/office/drawing/2014/main" id="{9185F495-8EFA-407B-AAD7-A2F52AE2C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3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DA8593-5BA7-45F3-B447-37FB2B9F7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870B0BE-813F-423F-539B-DD3A89A7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hu-HU" dirty="0"/>
              <a:t>Szavak és mondatok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5CBF17-C0BF-49C1-8FB7-B43A3545D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FC0DA9C-6EB0-7203-0627-AE29498A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/>
          </a:bodyPr>
          <a:lstStyle/>
          <a:p>
            <a:r>
              <a:rPr lang="hu-HU" dirty="0"/>
              <a:t>Itt tudjuk megtekinteni a szavakat és mondatokat.</a:t>
            </a:r>
            <a:endParaRPr lang="en-US" dirty="0"/>
          </a:p>
        </p:txBody>
      </p:sp>
      <p:pic>
        <p:nvPicPr>
          <p:cNvPr id="5" name="Tartalom helye 4" descr="A képen szöveg, képernyőkép, szoftver, Operációs rendsz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15F9EA0-2972-4767-9685-61BE2EA52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59" y="640358"/>
            <a:ext cx="4915200" cy="2469887"/>
          </a:xfrm>
          <a:prstGeom prst="rect">
            <a:avLst/>
          </a:prstGeom>
        </p:spPr>
      </p:pic>
      <p:pic>
        <p:nvPicPr>
          <p:cNvPr id="7" name="Kép 6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4F38E5E-7136-A401-DFC0-2BECABE28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58" y="3257702"/>
            <a:ext cx="4920831" cy="1771498"/>
          </a:xfrm>
          <a:prstGeom prst="rect">
            <a:avLst/>
          </a:prstGeom>
        </p:spPr>
      </p:pic>
      <p:sp>
        <p:nvSpPr>
          <p:cNvPr id="18" name="Freeform 11">
            <a:extLst>
              <a:ext uri="{FF2B5EF4-FFF2-40B4-BE49-F238E27FC236}">
                <a16:creationId xmlns:a16="http://schemas.microsoft.com/office/drawing/2014/main" id="{F5147F3F-3E4A-4255-8C92-856618C47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2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794043-0629-6130-B656-4F16F451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70" y="624110"/>
            <a:ext cx="4038876" cy="1280890"/>
          </a:xfrm>
        </p:spPr>
        <p:txBody>
          <a:bodyPr>
            <a:normAutofit/>
          </a:bodyPr>
          <a:lstStyle/>
          <a:p>
            <a:r>
              <a:rPr lang="hu-HU" sz="3200" dirty="0"/>
              <a:t>Vizsga oldal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A78848D-F719-8160-FA4E-B4CB8D52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042589" cy="3777622"/>
          </a:xfrm>
        </p:spPr>
        <p:txBody>
          <a:bodyPr>
            <a:normAutofit/>
          </a:bodyPr>
          <a:lstStyle/>
          <a:p>
            <a:r>
              <a:rPr lang="hu-HU" sz="1600" dirty="0">
                <a:solidFill>
                  <a:schemeClr val="tx1"/>
                </a:solidFill>
              </a:rPr>
              <a:t>Itt tudjuk tesztelni a tudásunkat.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7" name="Kép 6" descr="A képen képernyőkép, szöveg, multimédia, Mobiltelef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758137C-D371-8DD1-A26E-089922838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096" y="291840"/>
            <a:ext cx="2625054" cy="2957808"/>
          </a:xfrm>
          <a:prstGeom prst="rect">
            <a:avLst/>
          </a:prstGeom>
        </p:spPr>
      </p:pic>
      <p:pic>
        <p:nvPicPr>
          <p:cNvPr id="9" name="Kép 8" descr="A képen szöveg, képernyőkép, kütyü, multimédi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2D7A98C-D25A-9D61-165A-60EF6906A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132" y="291840"/>
            <a:ext cx="2785219" cy="2947322"/>
          </a:xfrm>
          <a:prstGeom prst="rect">
            <a:avLst/>
          </a:prstGeom>
        </p:spPr>
      </p:pic>
      <p:pic>
        <p:nvPicPr>
          <p:cNvPr id="5" name="Tartalom helye 4" descr="A képen elektronika, képernyőkép, szöveg, multimédi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79FEEC2-B12E-2774-DE66-09845DFD6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096" y="3429000"/>
            <a:ext cx="581925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5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9644AB-A01F-3960-78EF-AF4474D9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Jövőbeli tervek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149C27-B56A-A8D6-FE0F-B44F1768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Telefonos alkalmazás</a:t>
            </a:r>
          </a:p>
          <a:p>
            <a:r>
              <a:rPr lang="hu-HU" dirty="0"/>
              <a:t>Több spanyol szó és mondat alkalmazása</a:t>
            </a:r>
          </a:p>
          <a:p>
            <a:r>
              <a:rPr lang="hu-HU"/>
              <a:t>Több </a:t>
            </a:r>
            <a:r>
              <a:rPr lang="hu-HU" dirty="0"/>
              <a:t>nyelvtanulási lehetőség</a:t>
            </a:r>
          </a:p>
        </p:txBody>
      </p:sp>
    </p:spTree>
    <p:extLst>
      <p:ext uri="{BB962C8B-B14F-4D97-AF65-F5344CB8AC3E}">
        <p14:creationId xmlns:p14="http://schemas.microsoft.com/office/powerpoint/2010/main" val="3711174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34CCCF-566D-2EB5-584E-4E913BED7B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E0ECB1-103B-BA5E-010D-A15B64A97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93589686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Szálak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zála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ála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191</TotalTime>
  <Words>194</Words>
  <Application>Microsoft Office PowerPoint</Application>
  <PresentationFormat>Szélesvásznú</PresentationFormat>
  <Paragraphs>33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Szálak</vt:lpstr>
      <vt:lpstr>Nyelvbázis  Vizsgafeladat prezentáció</vt:lpstr>
      <vt:lpstr>Projektünk célja</vt:lpstr>
      <vt:lpstr>Munka megosztás </vt:lpstr>
      <vt:lpstr>PowerPoint-bemutató</vt:lpstr>
      <vt:lpstr>Funkciók </vt:lpstr>
      <vt:lpstr>Program bemutatása</vt:lpstr>
      <vt:lpstr>Bejelentkezés és regisztráció</vt:lpstr>
      <vt:lpstr>Profil oldal</vt:lpstr>
      <vt:lpstr>Szavak és mondatok</vt:lpstr>
      <vt:lpstr>Vizsga oldal</vt:lpstr>
      <vt:lpstr>Jövőbeli tervek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Nyelvbázis  Vizsgafeladat prezentáció</dc:title>
  <dc:creator>Macsek Levente</dc:creator>
  <cp:lastModifiedBy>Kapi Richárd</cp:lastModifiedBy>
  <cp:revision>10</cp:revision>
  <dcterms:created xsi:type="dcterms:W3CDTF">2025-04-04T05:59:12Z</dcterms:created>
  <dcterms:modified xsi:type="dcterms:W3CDTF">2025-04-07T12:31:20Z</dcterms:modified>
</cp:coreProperties>
</file>