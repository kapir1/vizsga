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7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330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91525-9DC5-479C-B5EB-167052A0768A}" type="datetimeFigureOut">
              <a:rPr lang="hu-HU" smtClean="0"/>
              <a:t>2025. 04. 04.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4419FFFC-2764-4C5E-B3C1-045DB406D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293890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91525-9DC5-479C-B5EB-167052A0768A}" type="datetimeFigureOut">
              <a:rPr lang="hu-HU" smtClean="0"/>
              <a:t>2025. 04. 04.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FFFC-2764-4C5E-B3C1-045DB406D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14242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91525-9DC5-479C-B5EB-167052A0768A}" type="datetimeFigureOut">
              <a:rPr lang="hu-HU" smtClean="0"/>
              <a:t>2025. 04. 04.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4419FFFC-2764-4C5E-B3C1-045DB406D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15824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91525-9DC5-479C-B5EB-167052A0768A}" type="datetimeFigureOut">
              <a:rPr lang="hu-HU" smtClean="0"/>
              <a:t>2025. 04. 04.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4419FFFC-2764-4C5E-B3C1-045DB406D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03139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91525-9DC5-479C-B5EB-167052A0768A}" type="datetimeFigureOut">
              <a:rPr lang="hu-HU" smtClean="0"/>
              <a:t>2025. 04. 04.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4419FFFC-2764-4C5E-B3C1-045DB406D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81520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91525-9DC5-479C-B5EB-167052A0768A}" type="datetimeFigureOut">
              <a:rPr lang="hu-HU" smtClean="0"/>
              <a:t>2025. 04. 04.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FFFC-2764-4C5E-B3C1-045DB406D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40259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91525-9DC5-479C-B5EB-167052A0768A}" type="datetimeFigureOut">
              <a:rPr lang="hu-HU" smtClean="0"/>
              <a:t>2025. 04. 04.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FFFC-2764-4C5E-B3C1-045DB406D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63753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91525-9DC5-479C-B5EB-167052A0768A}" type="datetimeFigureOut">
              <a:rPr lang="hu-HU" smtClean="0"/>
              <a:t>2025. 04. 04.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FFFC-2764-4C5E-B3C1-045DB406D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72266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91525-9DC5-479C-B5EB-167052A0768A}" type="datetimeFigureOut">
              <a:rPr lang="hu-HU" smtClean="0"/>
              <a:t>2025. 04. 04.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4419FFFC-2764-4C5E-B3C1-045DB406D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47669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91525-9DC5-479C-B5EB-167052A0768A}" type="datetimeFigureOut">
              <a:rPr lang="hu-HU" smtClean="0"/>
              <a:t>2025. 04. 04.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4419FFFC-2764-4C5E-B3C1-045DB406D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920611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91525-9DC5-479C-B5EB-167052A0768A}" type="datetimeFigureOut">
              <a:rPr lang="hu-HU" smtClean="0"/>
              <a:t>2025. 04. 04.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4419FFFC-2764-4C5E-B3C1-045DB406D8C6}" type="slidenum">
              <a:rPr lang="hu-HU" smtClean="0"/>
              <a:t>‹#›</a:t>
            </a:fld>
            <a:endParaRPr lang="hu-HU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840184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91525-9DC5-479C-B5EB-167052A0768A}" type="datetimeFigureOut">
              <a:rPr lang="hu-HU" smtClean="0"/>
              <a:t>2025. 04. 04.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4419FFFC-2764-4C5E-B3C1-045DB406D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852238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91525-9DC5-479C-B5EB-167052A0768A}" type="datetimeFigureOut">
              <a:rPr lang="hu-HU" smtClean="0"/>
              <a:t>2025. 04. 04.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4419FFFC-2764-4C5E-B3C1-045DB406D8C6}" type="slidenum">
              <a:rPr lang="hu-HU" smtClean="0"/>
              <a:t>‹#›</a:t>
            </a:fld>
            <a:endParaRPr lang="hu-HU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660901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91525-9DC5-479C-B5EB-167052A0768A}" type="datetimeFigureOut">
              <a:rPr lang="hu-HU" smtClean="0"/>
              <a:t>2025. 04. 04.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4419FFFC-2764-4C5E-B3C1-045DB406D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75165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91525-9DC5-479C-B5EB-167052A0768A}" type="datetimeFigureOut">
              <a:rPr lang="hu-HU" smtClean="0"/>
              <a:t>2025. 04. 04.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FFFC-2764-4C5E-B3C1-045DB406D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105430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91525-9DC5-479C-B5EB-167052A0768A}" type="datetimeFigureOut">
              <a:rPr lang="hu-HU" smtClean="0"/>
              <a:t>2025. 04. 04.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FFFC-2764-4C5E-B3C1-045DB406D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236038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691525-9DC5-479C-B5EB-167052A0768A}" type="datetimeFigureOut">
              <a:rPr lang="hu-HU" smtClean="0"/>
              <a:t>2025. 04. 04.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4419FFFC-2764-4C5E-B3C1-045DB406D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22904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  <p:sldLayoutId id="2147483749" r:id="rId12"/>
    <p:sldLayoutId id="2147483750" r:id="rId13"/>
    <p:sldLayoutId id="2147483751" r:id="rId14"/>
    <p:sldLayoutId id="2147483752" r:id="rId15"/>
    <p:sldLayoutId id="214748375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3DB8E04-980A-4C0A-A850-554EF378DA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hu-HU" dirty="0"/>
              <a:t>Nyelvbázis</a:t>
            </a:r>
            <a:br>
              <a:rPr lang="hu-HU" dirty="0"/>
            </a:br>
            <a:br>
              <a:rPr lang="hu-HU" dirty="0"/>
            </a:br>
            <a:r>
              <a:rPr lang="hu-HU" dirty="0"/>
              <a:t>Vizsgafeladat prezentáció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386AE5B-A223-443C-9BC6-4456E3BC68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Készítette: Fegyverneki Tamás, </a:t>
            </a:r>
            <a:r>
              <a:rPr lang="hu-HU" dirty="0" err="1"/>
              <a:t>Kapi</a:t>
            </a:r>
            <a:r>
              <a:rPr lang="hu-HU" dirty="0"/>
              <a:t> Richárd, Macsek Levente</a:t>
            </a:r>
          </a:p>
        </p:txBody>
      </p:sp>
    </p:spTree>
    <p:extLst>
      <p:ext uri="{BB962C8B-B14F-4D97-AF65-F5344CB8AC3E}">
        <p14:creationId xmlns:p14="http://schemas.microsoft.com/office/powerpoint/2010/main" val="2764657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CF85553-7174-43E6-A05C-388B427CB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800" dirty="0"/>
              <a:t>Projektünk célja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1AC0220-E2CD-4075-A48E-B8BF009FB3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2400" dirty="0"/>
              <a:t>Programunk hatékony és felhasználóbarát kialakításával próbáljuk meg segíteni azokat, akik elakarják sajátítani a Spanyol nyelvet. Teljesen ingyenes, valamint addig tanulhatsz ameddig időd engedi.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B9467F1E-3ECE-49DE-9B08-A72865A63E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7715" y="3279975"/>
            <a:ext cx="3896569" cy="3896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519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22E0483-87C7-44E4-B3F6-E7238ACC9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A0AE778-4F71-4EB0-AA72-DD90DC04F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2400" dirty="0"/>
              <a:t>Projektünket a következők segítségével tudtuk megalkotni: </a:t>
            </a:r>
          </a:p>
          <a:p>
            <a:pPr lvl="1"/>
            <a:r>
              <a:rPr lang="hu-HU" sz="2400" dirty="0"/>
              <a:t>Frontend: Visual </a:t>
            </a:r>
            <a:r>
              <a:rPr lang="hu-HU" sz="2400" dirty="0" err="1"/>
              <a:t>Studio</a:t>
            </a:r>
            <a:r>
              <a:rPr lang="hu-HU" sz="2400" dirty="0"/>
              <a:t> </a:t>
            </a:r>
            <a:r>
              <a:rPr lang="hu-HU" sz="2400" dirty="0" err="1"/>
              <a:t>Code</a:t>
            </a:r>
            <a:r>
              <a:rPr lang="hu-HU" sz="2400" dirty="0"/>
              <a:t>, </a:t>
            </a:r>
            <a:r>
              <a:rPr lang="hu-HU" sz="2400" dirty="0" err="1"/>
              <a:t>React</a:t>
            </a:r>
            <a:r>
              <a:rPr lang="hu-HU" sz="2400" dirty="0"/>
              <a:t> App, </a:t>
            </a:r>
            <a:r>
              <a:rPr lang="hu-HU" sz="2400" dirty="0" err="1"/>
              <a:t>Bootstrap</a:t>
            </a:r>
            <a:endParaRPr lang="hu-HU" sz="2400" dirty="0"/>
          </a:p>
          <a:p>
            <a:pPr lvl="1"/>
            <a:r>
              <a:rPr lang="hu-HU" sz="2400" dirty="0"/>
              <a:t>Backend: Visual </a:t>
            </a:r>
            <a:r>
              <a:rPr lang="hu-HU" sz="2400" dirty="0" err="1"/>
              <a:t>Studio</a:t>
            </a:r>
            <a:r>
              <a:rPr lang="hu-HU" sz="2400" dirty="0"/>
              <a:t> 2022, ASP.NET</a:t>
            </a:r>
          </a:p>
          <a:p>
            <a:pPr lvl="1"/>
            <a:r>
              <a:rPr lang="hu-HU" sz="2400" dirty="0"/>
              <a:t>Adatbázis: XAMPP</a:t>
            </a:r>
          </a:p>
          <a:p>
            <a:pPr lvl="1"/>
            <a:r>
              <a:rPr lang="hu-HU" sz="2400" dirty="0"/>
              <a:t>Dokumentáció: PowerPoint, Word</a:t>
            </a:r>
          </a:p>
          <a:p>
            <a:pPr lvl="1"/>
            <a:r>
              <a:rPr lang="hu-HU" sz="2400" dirty="0"/>
              <a:t>Verziókezelők: </a:t>
            </a:r>
            <a:r>
              <a:rPr lang="hu-HU" sz="2400" dirty="0" err="1"/>
              <a:t>Github</a:t>
            </a:r>
            <a:r>
              <a:rPr lang="hu-HU" sz="2400" dirty="0"/>
              <a:t>, </a:t>
            </a:r>
            <a:r>
              <a:rPr lang="hu-HU" sz="2400" dirty="0" err="1"/>
              <a:t>Trello</a:t>
            </a:r>
            <a:endParaRPr lang="hu-HU" sz="2400" dirty="0"/>
          </a:p>
        </p:txBody>
      </p:sp>
      <p:pic>
        <p:nvPicPr>
          <p:cNvPr id="1026" name="Picture 2" descr="Visual Studio Code Download png">
            <a:extLst>
              <a:ext uri="{FF2B5EF4-FFF2-40B4-BE49-F238E27FC236}">
                <a16:creationId xmlns:a16="http://schemas.microsoft.com/office/drawing/2014/main" id="{E74ED553-555C-4C86-A7EC-875B8DE561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8957" y="1365811"/>
            <a:ext cx="875859" cy="875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icrosoft Visual Studio 2022 17.13.4 Download Free">
            <a:extLst>
              <a:ext uri="{FF2B5EF4-FFF2-40B4-BE49-F238E27FC236}">
                <a16:creationId xmlns:a16="http://schemas.microsoft.com/office/drawing/2014/main" id="{9A9B2CDD-1F0B-458F-B81F-012E9CD06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388" y="1905000"/>
            <a:ext cx="889340" cy="8893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ollection of React Logo PNG. | PlusPNG">
            <a:extLst>
              <a:ext uri="{FF2B5EF4-FFF2-40B4-BE49-F238E27FC236}">
                <a16:creationId xmlns:a16="http://schemas.microsoft.com/office/drawing/2014/main" id="{C970F7D0-6A3B-43FD-A298-F08A26C6A9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1894" y="5555848"/>
            <a:ext cx="2314635" cy="13021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Logo Bootstrap – Logos PNG">
            <a:extLst>
              <a:ext uri="{FF2B5EF4-FFF2-40B4-BE49-F238E27FC236}">
                <a16:creationId xmlns:a16="http://schemas.microsoft.com/office/drawing/2014/main" id="{D01E734A-EE2E-457E-AA52-ADAE76CC98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0316" y="4016417"/>
            <a:ext cx="1475772" cy="1475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asp net logo png 20 free Cliparts | Download images on Clipground 2025">
            <a:extLst>
              <a:ext uri="{FF2B5EF4-FFF2-40B4-BE49-F238E27FC236}">
                <a16:creationId xmlns:a16="http://schemas.microsoft.com/office/drawing/2014/main" id="{DED96302-BD44-4B03-973B-4F85F046BD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662" y="4358791"/>
            <a:ext cx="994500" cy="99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Picture 20" descr="XAMPP Logo - PNG Logo Vector Brand Downloads (SVG, EPS)">
            <a:extLst>
              <a:ext uri="{FF2B5EF4-FFF2-40B4-BE49-F238E27FC236}">
                <a16:creationId xmlns:a16="http://schemas.microsoft.com/office/drawing/2014/main" id="{00E76B3E-8DEF-45D1-B75B-B4BA57FAFC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63842" y="5684546"/>
            <a:ext cx="718113" cy="910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 descr="Microsoft PowerPoint logo and symbol, meaning, history, PNG">
            <a:extLst>
              <a:ext uri="{FF2B5EF4-FFF2-40B4-BE49-F238E27FC236}">
                <a16:creationId xmlns:a16="http://schemas.microsoft.com/office/drawing/2014/main" id="{E39DBF05-E761-48ED-8C14-5E7082385C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5584" y="5684546"/>
            <a:ext cx="1591202" cy="994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2" name="Picture 28" descr="Microsoft Word Logo: valor, história, PNG">
            <a:extLst>
              <a:ext uri="{FF2B5EF4-FFF2-40B4-BE49-F238E27FC236}">
                <a16:creationId xmlns:a16="http://schemas.microsoft.com/office/drawing/2014/main" id="{0BBC04CD-7027-4271-913A-F9A70A1F23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7064" y="375184"/>
            <a:ext cx="1768002" cy="994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4" name="Picture 30" descr="GitHub Logo, symbol, meaning, history, PNG, brand">
            <a:extLst>
              <a:ext uri="{FF2B5EF4-FFF2-40B4-BE49-F238E27FC236}">
                <a16:creationId xmlns:a16="http://schemas.microsoft.com/office/drawing/2014/main" id="{D65B0621-4065-4154-8497-708513BFF0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3531" y="346762"/>
            <a:ext cx="1915308" cy="1077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6" name="Picture 32" descr="Trello Logo, symbol, meaning, history, PNG, brand">
            <a:extLst>
              <a:ext uri="{FF2B5EF4-FFF2-40B4-BE49-F238E27FC236}">
                <a16:creationId xmlns:a16="http://schemas.microsoft.com/office/drawing/2014/main" id="{F93D91B8-2A68-4353-B871-FDF719894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796" y="510618"/>
            <a:ext cx="2404279" cy="1352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47606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D5D8472-87E5-48A7-A0B6-033533922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123AAD7-84C3-4A6D-937B-5DE4A930CC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36481380"/>
      </p:ext>
    </p:extLst>
  </p:cSld>
  <p:clrMapOvr>
    <a:masterClrMapping/>
  </p:clrMapOvr>
</p:sld>
</file>

<file path=ppt/theme/theme1.xml><?xml version="1.0" encoding="utf-8"?>
<a:theme xmlns:a="http://schemas.openxmlformats.org/drawingml/2006/main" name="Szálak">
  <a:themeElements>
    <a:clrScheme name="Szálak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Szálak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zálak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0</TotalTime>
  <Words>83</Words>
  <Application>Microsoft Office PowerPoint</Application>
  <PresentationFormat>Szélesvásznú</PresentationFormat>
  <Paragraphs>10</Paragraphs>
  <Slides>4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4</vt:i4>
      </vt:variant>
    </vt:vector>
  </HeadingPairs>
  <TitlesOfParts>
    <vt:vector size="8" baseType="lpstr">
      <vt:lpstr>Arial</vt:lpstr>
      <vt:lpstr>Century Gothic</vt:lpstr>
      <vt:lpstr>Wingdings 3</vt:lpstr>
      <vt:lpstr>Szálak</vt:lpstr>
      <vt:lpstr>Nyelvbázis  Vizsgafeladat prezentáció</vt:lpstr>
      <vt:lpstr>Projektünk célja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Nyelvbázis  Vizsgafeladat prezentáció</dc:title>
  <dc:creator>Macsek Levente</dc:creator>
  <cp:lastModifiedBy>Macsek Levente</cp:lastModifiedBy>
  <cp:revision>7</cp:revision>
  <dcterms:created xsi:type="dcterms:W3CDTF">2025-04-04T05:59:12Z</dcterms:created>
  <dcterms:modified xsi:type="dcterms:W3CDTF">2025-04-04T07:35:48Z</dcterms:modified>
</cp:coreProperties>
</file>